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ДИЯР. Здравствуйте! Мы команда Almau Messenger: Telegram-бот, который помогает студентам AlmaU найти компанию. Наш тизер адресован одному человеку: студенту, который хочет пойти в горный поход клуба Summit Seekers, но ему не с кем идти.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АБУЛХАИР. Наше УТП в одной фразе: для студентов AlmaU без компании мы найдём её на мероприятие анонимно, прямо в Telegram. Здесь всё по формуле: кому — студентам AlmaU, польза — компания на мероприятие, за счёт чего — анонимность и Telegram, без скачивания. От обычных анонимных чатов нас отличает связь с реальными мероприятиями: знакомство заканчивается встречей.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ХАМИД. Тизер: заголовок «В горы хочешь, а идти не с кем?», одна фраза пользы и один призыв — «Записаться в боте». На картинке логотип клуба и QR-код. Площадка — Instagram и рассылки Summit Seekers: именно оттуда к нам уже пришли 10–15 человек. Результат измеряем по ссылке с меткой.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ДИЯР. Мы проверили тизер на [2–3] студентах: [что они поняли и что осталось непонятным]. По их ответам изменили [одну часть: заголовок, УТП, визуал или призыв]. Итог: у нас есть адресат, УТП в одну фразу, тизер с одним призывом и первый платящий клиент — Summit Seekers. Спасибо!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5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олонтитул"/>
          <p:cNvSpPr txBox="1"/>
          <p:nvPr/>
        </p:nvSpPr>
        <p:spPr>
          <a:xfrm>
            <a:off x="822960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Almau Messenger · воркшоп</a:t>
            </a:r>
            <a:endParaRPr lang="en-US" sz="1200" dirty="0"/>
          </a:p>
        </p:txBody>
      </p:sp>
      <p:sp>
        <p:nvSpPr>
          <p:cNvPr id="3" name="Номер слайда"/>
          <p:cNvSpPr txBox="1"/>
          <p:nvPr/>
        </p:nvSpPr>
        <p:spPr>
          <a:xfrm>
            <a:off x="10424160" y="63093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4</a:t>
            </a:r>
            <a:endParaRPr lang="en-US" sz="1200" dirty="0"/>
          </a:p>
        </p:txBody>
      </p:sp>
      <p:pic>
        <p:nvPicPr>
          <p:cNvPr id="5" name="Логотип" descr="Логотип Almau Messeng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731520"/>
            <a:ext cx="2011680" cy="2011680"/>
          </a:xfrm>
          <a:prstGeom prst="rect">
            <a:avLst/>
          </a:prstGeom>
        </p:spPr>
      </p:pic>
      <p:sp>
        <p:nvSpPr>
          <p:cNvPr id="6" name="Метка"/>
          <p:cNvSpPr txBox="1"/>
          <p:nvPr/>
        </p:nvSpPr>
        <p:spPr>
          <a:xfrm>
            <a:off x="82296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ПРАКТИЧЕСКИЙ ВОРКШОП</a:t>
            </a:r>
            <a:endParaRPr lang="en-US" sz="1600" dirty="0"/>
          </a:p>
        </p:txBody>
      </p:sp>
      <p:sp>
        <p:nvSpPr>
          <p:cNvPr id="7" name="Название"/>
          <p:cNvSpPr txBox="1"/>
          <p:nvPr/>
        </p:nvSpPr>
        <p:spPr>
          <a:xfrm>
            <a:off x="822960" y="182880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2F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Тизер и УТП: найти компанию на мероприятие</a:t>
            </a:r>
            <a:endParaRPr lang="en-US" sz="4400" dirty="0"/>
          </a:p>
        </p:txBody>
      </p:sp>
      <p:sp>
        <p:nvSpPr>
          <p:cNvPr id="8" name="Карточка Для кого"/>
          <p:cNvSpPr/>
          <p:nvPr/>
        </p:nvSpPr>
        <p:spPr>
          <a:xfrm>
            <a:off x="822960" y="3840480"/>
            <a:ext cx="8412480" cy="1188720"/>
          </a:xfrm>
          <a:prstGeom prst="roundRect">
            <a:avLst>
              <a:gd name="adj" fmla="val 11538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9" name="Текст Для кого"/>
          <p:cNvSpPr txBox="1"/>
          <p:nvPr/>
        </p:nvSpPr>
        <p:spPr>
          <a:xfrm>
            <a:off x="1005840" y="3977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кого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C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Студент AlmaU, который хочет на мероприятие клуба, но ему не с кем идти</a:t>
            </a:r>
            <a:endParaRPr lang="en-US" sz="1800" dirty="0"/>
          </a:p>
        </p:txBody>
      </p:sp>
      <p:sp>
        <p:nvSpPr>
          <p:cNvPr id="10" name="Команда"/>
          <p:cNvSpPr txBox="1"/>
          <p:nvPr/>
        </p:nvSpPr>
        <p:spPr>
          <a:xfrm>
            <a:off x="822960" y="5394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2F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Дияр · Абулхаир · Хамид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53" presetClass="entr" presetSubtype="16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0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6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8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9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05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822960" y="548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2F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УТП: одна фраза</a:t>
            </a:r>
            <a:endParaRPr lang="en-US" sz="3400" dirty="0"/>
          </a:p>
        </p:txBody>
      </p:sp>
      <p:sp>
        <p:nvSpPr>
          <p:cNvPr id="3" name="Колонтитул"/>
          <p:cNvSpPr txBox="1"/>
          <p:nvPr/>
        </p:nvSpPr>
        <p:spPr>
          <a:xfrm>
            <a:off x="822960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Almau Messenger · воркшоп</a:t>
            </a:r>
            <a:endParaRPr lang="en-US" sz="1200" dirty="0"/>
          </a:p>
        </p:txBody>
      </p:sp>
      <p:sp>
        <p:nvSpPr>
          <p:cNvPr id="4" name="Номер слайда"/>
          <p:cNvSpPr txBox="1"/>
          <p:nvPr/>
        </p:nvSpPr>
        <p:spPr>
          <a:xfrm>
            <a:off x="10424160" y="63093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4</a:t>
            </a:r>
            <a:endParaRPr lang="en-US" sz="1200" dirty="0"/>
          </a:p>
        </p:txBody>
      </p:sp>
      <p:sp>
        <p:nvSpPr>
          <p:cNvPr id="6" name="Карточка УТП"/>
          <p:cNvSpPr/>
          <p:nvPr/>
        </p:nvSpPr>
        <p:spPr>
          <a:xfrm>
            <a:off x="822960" y="1645920"/>
            <a:ext cx="10515600" cy="1828800"/>
          </a:xfrm>
          <a:prstGeom prst="roundRect">
            <a:avLst>
              <a:gd name="adj" fmla="val 7500"/>
            </a:avLst>
          </a:prstGeom>
          <a:solidFill>
            <a:srgbClr val="D4FF3A"/>
          </a:solidFill>
          <a:ln w="12700">
            <a:solidFill>
              <a:srgbClr val="D4FF3A"/>
            </a:solidFill>
            <a:prstDash val="solid"/>
          </a:ln>
        </p:spPr>
      </p:sp>
      <p:sp>
        <p:nvSpPr>
          <p:cNvPr id="7" name="Текст УТП"/>
          <p:cNvSpPr txBox="1"/>
          <p:nvPr/>
        </p:nvSpPr>
        <p:spPr>
          <a:xfrm>
            <a:off x="1005840" y="178308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0505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УТП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3000" dirty="0">
                <a:solidFill>
                  <a:srgbClr val="0505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студентов AlmaU без компании: найдём её на мероприятие анонимно, прямо в Telegram</a:t>
            </a:r>
            <a:endParaRPr lang="en-US" sz="1800" dirty="0"/>
          </a:p>
        </p:txBody>
      </p:sp>
      <p:sp>
        <p:nvSpPr>
          <p:cNvPr id="8" name="Карточка Кому"/>
          <p:cNvSpPr/>
          <p:nvPr/>
        </p:nvSpPr>
        <p:spPr>
          <a:xfrm>
            <a:off x="822960" y="384048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9" name="Текст Кому"/>
          <p:cNvSpPr txBox="1"/>
          <p:nvPr/>
        </p:nvSpPr>
        <p:spPr>
          <a:xfrm>
            <a:off x="1005840" y="397764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Кому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C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Студентам AlmaU, которым не с кем идти</a:t>
            </a:r>
            <a:endParaRPr lang="en-US" sz="2200" dirty="0"/>
          </a:p>
        </p:txBody>
      </p:sp>
      <p:sp>
        <p:nvSpPr>
          <p:cNvPr id="10" name="Карточка Польза"/>
          <p:cNvSpPr/>
          <p:nvPr/>
        </p:nvSpPr>
        <p:spPr>
          <a:xfrm>
            <a:off x="4389120" y="384048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11" name="Текст Польза"/>
          <p:cNvSpPr txBox="1"/>
          <p:nvPr/>
        </p:nvSpPr>
        <p:spPr>
          <a:xfrm>
            <a:off x="4572000" y="397764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Польза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C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Компания на мероприятие по общим интересам</a:t>
            </a:r>
            <a:endParaRPr lang="en-US" sz="2200" dirty="0"/>
          </a:p>
        </p:txBody>
      </p:sp>
      <p:sp>
        <p:nvSpPr>
          <p:cNvPr id="12" name="Карточка За счёт чего"/>
          <p:cNvSpPr/>
          <p:nvPr/>
        </p:nvSpPr>
        <p:spPr>
          <a:xfrm>
            <a:off x="7955280" y="384048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13" name="Текст За счёт чего"/>
          <p:cNvSpPr txBox="1"/>
          <p:nvPr/>
        </p:nvSpPr>
        <p:spPr>
          <a:xfrm>
            <a:off x="8138160" y="397764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счёт чего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C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Анонимно, в Telegram, привязано к реальным мероприятиям</a:t>
            </a:r>
            <a:endParaRPr lang="en-US" sz="22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8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6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8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9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0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2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4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5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6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7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05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822960" y="548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2F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Тизер и где его показываем</a:t>
            </a:r>
            <a:endParaRPr lang="en-US" sz="3400" dirty="0"/>
          </a:p>
        </p:txBody>
      </p:sp>
      <p:sp>
        <p:nvSpPr>
          <p:cNvPr id="3" name="Колонтитул"/>
          <p:cNvSpPr txBox="1"/>
          <p:nvPr/>
        </p:nvSpPr>
        <p:spPr>
          <a:xfrm>
            <a:off x="822960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Almau Messenger · воркшоп</a:t>
            </a:r>
            <a:endParaRPr lang="en-US" sz="1200" dirty="0"/>
          </a:p>
        </p:txBody>
      </p:sp>
      <p:sp>
        <p:nvSpPr>
          <p:cNvPr id="4" name="Номер слайда"/>
          <p:cNvSpPr txBox="1"/>
          <p:nvPr/>
        </p:nvSpPr>
        <p:spPr>
          <a:xfrm>
            <a:off x="10424160" y="63093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4</a:t>
            </a:r>
            <a:endParaRPr lang="en-US" sz="1200" dirty="0"/>
          </a:p>
        </p:txBody>
      </p:sp>
      <p:pic>
        <p:nvPicPr>
          <p:cNvPr id="6" name="Картинка тизера" descr="Тизер: В горы хочешь, а идти не с кем?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463040"/>
            <a:ext cx="3749040" cy="4663440"/>
          </a:xfrm>
          <a:prstGeom prst="rect">
            <a:avLst/>
          </a:prstGeom>
        </p:spPr>
      </p:pic>
      <p:sp>
        <p:nvSpPr>
          <p:cNvPr id="7" name="Карточка Заголовок"/>
          <p:cNvSpPr/>
          <p:nvPr/>
        </p:nvSpPr>
        <p:spPr>
          <a:xfrm>
            <a:off x="4937760" y="1463040"/>
            <a:ext cx="6400800" cy="804672"/>
          </a:xfrm>
          <a:prstGeom prst="roundRect">
            <a:avLst>
              <a:gd name="adj" fmla="val 17045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8" name="Текст Заголовок"/>
          <p:cNvSpPr txBox="1"/>
          <p:nvPr/>
        </p:nvSpPr>
        <p:spPr>
          <a:xfrm>
            <a:off x="5120640" y="1600200"/>
            <a:ext cx="6035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Заголовок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горы хочешь, а идти не с кем?</a:t>
            </a:r>
            <a:endParaRPr lang="en-US" sz="1600" dirty="0"/>
          </a:p>
        </p:txBody>
      </p:sp>
      <p:sp>
        <p:nvSpPr>
          <p:cNvPr id="9" name="Карточка Польза"/>
          <p:cNvSpPr/>
          <p:nvPr/>
        </p:nvSpPr>
        <p:spPr>
          <a:xfrm>
            <a:off x="4937760" y="2377440"/>
            <a:ext cx="6400800" cy="804672"/>
          </a:xfrm>
          <a:prstGeom prst="roundRect">
            <a:avLst>
              <a:gd name="adj" fmla="val 17045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10" name="Текст Польза"/>
          <p:cNvSpPr txBox="1"/>
          <p:nvPr/>
        </p:nvSpPr>
        <p:spPr>
          <a:xfrm>
            <a:off x="5120640" y="2514600"/>
            <a:ext cx="6035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Польза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Найдём компанию по интересам, анонимно</a:t>
            </a:r>
            <a:endParaRPr lang="en-US" sz="1600" dirty="0"/>
          </a:p>
        </p:txBody>
      </p:sp>
      <p:sp>
        <p:nvSpPr>
          <p:cNvPr id="11" name="Карточка Визуал"/>
          <p:cNvSpPr/>
          <p:nvPr/>
        </p:nvSpPr>
        <p:spPr>
          <a:xfrm>
            <a:off x="4937760" y="3291840"/>
            <a:ext cx="6400800" cy="804672"/>
          </a:xfrm>
          <a:prstGeom prst="roundRect">
            <a:avLst>
              <a:gd name="adj" fmla="val 17045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12" name="Текст Визуал"/>
          <p:cNvSpPr txBox="1"/>
          <p:nvPr/>
        </p:nvSpPr>
        <p:spPr>
          <a:xfrm>
            <a:off x="5120640" y="3429000"/>
            <a:ext cx="6035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Логотип клуба и QR-код на бота</a:t>
            </a:r>
            <a:endParaRPr lang="en-US" sz="1600" dirty="0"/>
          </a:p>
        </p:txBody>
      </p:sp>
      <p:sp>
        <p:nvSpPr>
          <p:cNvPr id="13" name="Карточка Призыв"/>
          <p:cNvSpPr/>
          <p:nvPr/>
        </p:nvSpPr>
        <p:spPr>
          <a:xfrm>
            <a:off x="4937760" y="4206240"/>
            <a:ext cx="6400800" cy="804672"/>
          </a:xfrm>
          <a:prstGeom prst="roundRect">
            <a:avLst>
              <a:gd name="adj" fmla="val 17045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14" name="Текст Призыв"/>
          <p:cNvSpPr txBox="1"/>
          <p:nvPr/>
        </p:nvSpPr>
        <p:spPr>
          <a:xfrm>
            <a:off x="5120640" y="4343400"/>
            <a:ext cx="6035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Призыв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Записаться в боте →</a:t>
            </a:r>
            <a:endParaRPr lang="en-US" sz="1600" dirty="0"/>
          </a:p>
        </p:txBody>
      </p:sp>
      <p:sp>
        <p:nvSpPr>
          <p:cNvPr id="15" name="Карточка Площадка: Instagram "/>
          <p:cNvSpPr/>
          <p:nvPr/>
        </p:nvSpPr>
        <p:spPr>
          <a:xfrm>
            <a:off x="4937760" y="5166360"/>
            <a:ext cx="6400800" cy="960120"/>
          </a:xfrm>
          <a:prstGeom prst="roundRect">
            <a:avLst>
              <a:gd name="adj" fmla="val 14286"/>
            </a:avLst>
          </a:prstGeom>
          <a:solidFill>
            <a:srgbClr val="D4FF3A"/>
          </a:solidFill>
          <a:ln w="12700">
            <a:solidFill>
              <a:srgbClr val="D4FF3A"/>
            </a:solidFill>
            <a:prstDash val="solid"/>
          </a:ln>
        </p:spPr>
      </p:sp>
      <p:sp>
        <p:nvSpPr>
          <p:cNvPr id="16" name="Текст Площадка: Instagram "/>
          <p:cNvSpPr txBox="1"/>
          <p:nvPr/>
        </p:nvSpPr>
        <p:spPr>
          <a:xfrm>
            <a:off x="5120640" y="5303520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505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Площадка: Instagram и рассылки Summit Seekers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505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Оттуда уже пришли 10–15 человек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280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5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0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2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3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6" presetID="42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8" presetID="42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6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8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9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2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0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1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4" presetID="42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2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3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6" presetID="42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4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5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8" presetID="42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3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6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7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0" presetID="42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3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8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9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505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822960" y="548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2F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и итог</a:t>
            </a:r>
            <a:endParaRPr lang="en-US" sz="3400" dirty="0"/>
          </a:p>
        </p:txBody>
      </p:sp>
      <p:sp>
        <p:nvSpPr>
          <p:cNvPr id="3" name="Колонтитул"/>
          <p:cNvSpPr txBox="1"/>
          <p:nvPr/>
        </p:nvSpPr>
        <p:spPr>
          <a:xfrm>
            <a:off x="822960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Almau Messenger · воркшоп</a:t>
            </a:r>
            <a:endParaRPr lang="en-US" sz="1200" dirty="0"/>
          </a:p>
        </p:txBody>
      </p:sp>
      <p:sp>
        <p:nvSpPr>
          <p:cNvPr id="4" name="Номер слайда"/>
          <p:cNvSpPr txBox="1"/>
          <p:nvPr/>
        </p:nvSpPr>
        <p:spPr>
          <a:xfrm>
            <a:off x="10424160" y="63093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4</a:t>
            </a:r>
            <a:endParaRPr lang="en-US" sz="1200" dirty="0"/>
          </a:p>
        </p:txBody>
      </p:sp>
      <p:sp>
        <p:nvSpPr>
          <p:cNvPr id="6" name="Шаг 1"/>
          <p:cNvSpPr/>
          <p:nvPr/>
        </p:nvSpPr>
        <p:spPr>
          <a:xfrm>
            <a:off x="822960" y="1554480"/>
            <a:ext cx="5852160" cy="1051560"/>
          </a:xfrm>
          <a:prstGeom prst="roundRect">
            <a:avLst>
              <a:gd name="adj" fmla="val 13043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7" name="Номер шага 1"/>
          <p:cNvSpPr txBox="1"/>
          <p:nvPr/>
        </p:nvSpPr>
        <p:spPr>
          <a:xfrm>
            <a:off x="1005840" y="164592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400" dirty="0"/>
          </a:p>
        </p:txBody>
      </p:sp>
      <p:sp>
        <p:nvSpPr>
          <p:cNvPr id="8" name="Текст шага 1"/>
          <p:cNvSpPr txBox="1"/>
          <p:nvPr/>
        </p:nvSpPr>
        <p:spPr>
          <a:xfrm>
            <a:off x="1783080" y="164592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Показать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C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Тизер студенту на 5 секунд</a:t>
            </a:r>
            <a:endParaRPr lang="en-US" sz="1800" dirty="0"/>
          </a:p>
        </p:txBody>
      </p:sp>
      <p:sp>
        <p:nvSpPr>
          <p:cNvPr id="9" name="Шаг 2"/>
          <p:cNvSpPr/>
          <p:nvPr/>
        </p:nvSpPr>
        <p:spPr>
          <a:xfrm>
            <a:off x="822960" y="2743200"/>
            <a:ext cx="5852160" cy="1051560"/>
          </a:xfrm>
          <a:prstGeom prst="roundRect">
            <a:avLst>
              <a:gd name="adj" fmla="val 13043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10" name="Номер шага 2"/>
          <p:cNvSpPr txBox="1"/>
          <p:nvPr/>
        </p:nvSpPr>
        <p:spPr>
          <a:xfrm>
            <a:off x="1005840" y="283464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400" dirty="0"/>
          </a:p>
        </p:txBody>
      </p:sp>
      <p:sp>
        <p:nvSpPr>
          <p:cNvPr id="11" name="Текст шага 2"/>
          <p:cNvSpPr txBox="1"/>
          <p:nvPr/>
        </p:nvSpPr>
        <p:spPr>
          <a:xfrm>
            <a:off x="1783080" y="283464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Спросить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C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Кому? Какая польза? Чем отличается? Что дальше?</a:t>
            </a:r>
            <a:endParaRPr lang="en-US" sz="1800" dirty="0"/>
          </a:p>
        </p:txBody>
      </p:sp>
      <p:sp>
        <p:nvSpPr>
          <p:cNvPr id="12" name="Шаг 3"/>
          <p:cNvSpPr/>
          <p:nvPr/>
        </p:nvSpPr>
        <p:spPr>
          <a:xfrm>
            <a:off x="822960" y="3931920"/>
            <a:ext cx="5852160" cy="1051560"/>
          </a:xfrm>
          <a:prstGeom prst="roundRect">
            <a:avLst>
              <a:gd name="adj" fmla="val 13043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13" name="Номер шага 3"/>
          <p:cNvSpPr txBox="1"/>
          <p:nvPr/>
        </p:nvSpPr>
        <p:spPr>
          <a:xfrm>
            <a:off x="1005840" y="402336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400" dirty="0"/>
          </a:p>
        </p:txBody>
      </p:sp>
      <p:sp>
        <p:nvSpPr>
          <p:cNvPr id="14" name="Текст шага 3"/>
          <p:cNvSpPr txBox="1"/>
          <p:nvPr/>
        </p:nvSpPr>
        <p:spPr>
          <a:xfrm>
            <a:off x="1783080" y="402336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Изменить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C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Одну часть: заголовок, УТП, визуал или призыв</a:t>
            </a:r>
            <a:endParaRPr lang="en-US" sz="1800" dirty="0"/>
          </a:p>
        </p:txBody>
      </p:sp>
      <p:sp>
        <p:nvSpPr>
          <p:cNvPr id="15" name="Карточка Результат проверки: "/>
          <p:cNvSpPr/>
          <p:nvPr/>
        </p:nvSpPr>
        <p:spPr>
          <a:xfrm>
            <a:off x="822960" y="5166360"/>
            <a:ext cx="5852160" cy="868680"/>
          </a:xfrm>
          <a:prstGeom prst="roundRect">
            <a:avLst>
              <a:gd name="adj" fmla="val 15789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16" name="Текст Результат проверки: "/>
          <p:cNvSpPr txBox="1"/>
          <p:nvPr/>
        </p:nvSpPr>
        <p:spPr>
          <a:xfrm>
            <a:off x="1005840" y="530352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 проверки: [вписать после опроса 2–3 студентов]</a:t>
            </a:r>
            <a:endParaRPr lang="en-US" sz="1500" dirty="0"/>
          </a:p>
        </p:txBody>
      </p:sp>
      <p:sp>
        <p:nvSpPr>
          <p:cNvPr id="17" name="Карточка Итог"/>
          <p:cNvSpPr/>
          <p:nvPr/>
        </p:nvSpPr>
        <p:spPr>
          <a:xfrm>
            <a:off x="7040880" y="1554480"/>
            <a:ext cx="4297680" cy="4480560"/>
          </a:xfrm>
          <a:prstGeom prst="roundRect">
            <a:avLst>
              <a:gd name="adj" fmla="val 3191"/>
            </a:avLst>
          </a:prstGeom>
          <a:solidFill>
            <a:srgbClr val="D4FF3A"/>
          </a:solidFill>
          <a:ln w="12700">
            <a:solidFill>
              <a:srgbClr val="D4FF3A"/>
            </a:solidFill>
            <a:prstDash val="solid"/>
          </a:ln>
        </p:spPr>
      </p:sp>
      <p:sp>
        <p:nvSpPr>
          <p:cNvPr id="18" name="Текст Итог"/>
          <p:cNvSpPr txBox="1"/>
          <p:nvPr/>
        </p:nvSpPr>
        <p:spPr>
          <a:xfrm>
            <a:off x="7223760" y="1691640"/>
            <a:ext cx="39319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0505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Итог</a:t>
            </a:r>
            <a:endParaRPr lang="en-US" sz="3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0505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Адресат: студент AlmaU без компании</a:t>
            </a:r>
            <a:endParaRPr lang="en-US" sz="3000" dirty="0"/>
          </a:p>
          <a:p>
            <a:pPr indent="0" marL="0">
              <a:spcAft>
                <a:spcPts val="400"/>
              </a:spcAft>
              <a:buNone/>
            </a:pPr>
            <a:endParaRPr lang="en-US" sz="3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0505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УТП: одна фраза</a:t>
            </a:r>
            <a:endParaRPr lang="en-US" sz="3000" dirty="0"/>
          </a:p>
          <a:p>
            <a:pPr indent="0" marL="0">
              <a:spcAft>
                <a:spcPts val="400"/>
              </a:spcAft>
              <a:buNone/>
            </a:pPr>
            <a:endParaRPr lang="en-US" sz="3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0505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Тизер: один призыв</a:t>
            </a:r>
            <a:endParaRPr lang="en-US" sz="3000" dirty="0"/>
          </a:p>
          <a:p>
            <a:pPr indent="0" marL="0">
              <a:spcAft>
                <a:spcPts val="400"/>
              </a:spcAft>
              <a:buNone/>
            </a:pPr>
            <a:endParaRPr lang="en-US" sz="3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0505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Первый платящий клиент: Summit Seekers</a:t>
            </a:r>
            <a:endParaRPr lang="en-US" sz="3000" dirty="0"/>
          </a:p>
        </p:txBody>
      </p: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412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0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2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3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6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4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5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8" presetID="42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4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6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7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0" presetID="42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4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8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2" presetID="42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4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0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4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6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8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8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6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0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8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9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2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0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1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4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5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4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6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5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6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7" grpId="0" animBg="1"/>
      <p:bldP spid="18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Воркшоп: тизер и УТП Almau Messenger</dc:title>
  <dc:subject>PptxGenJS Presentation</dc:subject>
  <dc:creator>Дияр, Абулхаир, Хамид</dc:creator>
  <cp:lastModifiedBy>Дияр, Абулхаир, Хамид</cp:lastModifiedBy>
  <cp:revision>1</cp:revision>
  <dcterms:created xsi:type="dcterms:W3CDTF">2026-10-27T05:21:41Z</dcterms:created>
  <dcterms:modified xsi:type="dcterms:W3CDTF">2026-10-27T05:21:41Z</dcterms:modified>
</cp:coreProperties>
</file>