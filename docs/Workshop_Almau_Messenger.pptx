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ДИЯР. Здравствуйте! Мы команда Almau Messenger: Telegram-бот, который помогает студентам AlmaU найти компанию. Наш тизер адресован одному человеку: студенту, который хочет пойти в горный поход клуба Summit Seekers, но ему не с кем идти.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АБУЛХАИР. Наше УТП: мы превращаем «не с кем идти» в «идём вместе». Кому: студентам AlmaU, которым неловко идти одним. Польза: попутчик на мероприятие. За счёт чего: анонимно, прямо в Telegram, имя и номер скрыты. От обычных анонимных чатов нас отличает связь с реальными мероприятиями: знакомство заканчивается встречей.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ХАМИД. Тизер: заголовок «Тебе не с кем идти? Кому-то тоже.» Дальше мини-диалог двух анонимов: «Кто идёт один?» — «Я тоже! Идём вместе?». Призыв один: найти попутчика в боте. На картинке QR-код. Этот шаблон мы будем использовать для всех ивентов Summit Seekers: меняем только название и дату. Площадка — Instagram и рассылки Summit Seekers: именно оттуда к нам уже пришли 10–15 человек. Результат измеряем по ссылке с меткой.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ДИЯР. Мы проверили тизер на [2–3] студентах: [что они поняли и что осталось непонятным]. По их ответам изменили [одну часть: заголовок, УТП, визуал или призыв]. Итог: у нас есть адресат, УТП в одну фразу, тизер с одним призывом и первый платящий клиент — Summit Seekers.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лонтитул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воркшоп</a:t>
            </a:r>
            <a:endParaRPr lang="en-US" sz="1200" dirty="0"/>
          </a:p>
        </p:txBody>
      </p:sp>
      <p:sp>
        <p:nvSpPr>
          <p:cNvPr id="3" name="Номер слайда"/>
          <p:cNvSpPr txBox="1"/>
          <p:nvPr/>
        </p:nvSpPr>
        <p:spPr>
          <a:xfrm>
            <a:off x="10424160" y="6309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200" dirty="0"/>
          </a:p>
        </p:txBody>
      </p:sp>
      <p:pic>
        <p:nvPicPr>
          <p:cNvPr id="5" name="Логотип" descr="Логотип Almau Messen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731520"/>
            <a:ext cx="2011680" cy="2011680"/>
          </a:xfrm>
          <a:prstGeom prst="rect">
            <a:avLst/>
          </a:prstGeom>
        </p:spPr>
      </p:pic>
      <p:sp>
        <p:nvSpPr>
          <p:cNvPr id="6" name="Метка"/>
          <p:cNvSpPr txBox="1"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ВОРКШОП</a:t>
            </a:r>
            <a:endParaRPr lang="en-US" sz="1600" dirty="0"/>
          </a:p>
        </p:txBody>
      </p:sp>
      <p:sp>
        <p:nvSpPr>
          <p:cNvPr id="7" name="Название"/>
          <p:cNvSpPr txBox="1"/>
          <p:nvPr/>
        </p:nvSpPr>
        <p:spPr>
          <a:xfrm>
            <a:off x="82296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«не с кем идти» в «идём вместе»</a:t>
            </a:r>
            <a:endParaRPr lang="en-US" sz="4400" dirty="0"/>
          </a:p>
        </p:txBody>
      </p:sp>
      <p:sp>
        <p:nvSpPr>
          <p:cNvPr id="8" name="Карточка Для кого"/>
          <p:cNvSpPr/>
          <p:nvPr/>
        </p:nvSpPr>
        <p:spPr>
          <a:xfrm>
            <a:off x="822960" y="3840480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Текст Для кого"/>
          <p:cNvSpPr txBox="1"/>
          <p:nvPr/>
        </p:nvSpPr>
        <p:spPr>
          <a:xfrm>
            <a:off x="1005840" y="3977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AlmaU, который хочет на мероприятие клуба, но идти одному неловко</a:t>
            </a:r>
            <a:endParaRPr lang="en-US" sz="1800" dirty="0"/>
          </a:p>
        </p:txBody>
      </p:sp>
      <p:sp>
        <p:nvSpPr>
          <p:cNvPr id="10" name="Команда"/>
          <p:cNvSpPr txBox="1"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Дияр · Абулхаир · Хамид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УТП: одна фраза</a:t>
            </a:r>
            <a:endParaRPr lang="en-US" sz="3400" dirty="0"/>
          </a:p>
        </p:txBody>
      </p:sp>
      <p:sp>
        <p:nvSpPr>
          <p:cNvPr id="3" name="Колонтитул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воркшоп</a:t>
            </a:r>
            <a:endParaRPr lang="en-US" sz="1200" dirty="0"/>
          </a:p>
        </p:txBody>
      </p:sp>
      <p:sp>
        <p:nvSpPr>
          <p:cNvPr id="4" name="Номер слайда"/>
          <p:cNvSpPr txBox="1"/>
          <p:nvPr/>
        </p:nvSpPr>
        <p:spPr>
          <a:xfrm>
            <a:off x="10424160" y="6309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200" dirty="0"/>
          </a:p>
        </p:txBody>
      </p:sp>
      <p:sp>
        <p:nvSpPr>
          <p:cNvPr id="6" name="Карточка УТП"/>
          <p:cNvSpPr/>
          <p:nvPr/>
        </p:nvSpPr>
        <p:spPr>
          <a:xfrm>
            <a:off x="822960" y="1600200"/>
            <a:ext cx="10515600" cy="2011680"/>
          </a:xfrm>
          <a:prstGeom prst="roundRect">
            <a:avLst>
              <a:gd name="adj" fmla="val 6818"/>
            </a:avLst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7" name="Текст УТП"/>
          <p:cNvSpPr txBox="1"/>
          <p:nvPr/>
        </p:nvSpPr>
        <p:spPr>
          <a:xfrm>
            <a:off x="1005840" y="17373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505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УТП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Превращаем «не с кем идти» в «идём вместе»: анонимно находим студенту AlmaU попутчика на мероприятие, прямо в Telegram</a:t>
            </a:r>
            <a:endParaRPr lang="en-US" sz="1800" dirty="0"/>
          </a:p>
        </p:txBody>
      </p:sp>
      <p:sp>
        <p:nvSpPr>
          <p:cNvPr id="8" name="Карточка Кому"/>
          <p:cNvSpPr/>
          <p:nvPr/>
        </p:nvSpPr>
        <p:spPr>
          <a:xfrm>
            <a:off x="822960" y="3840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Текст Кому"/>
          <p:cNvSpPr txBox="1"/>
          <p:nvPr/>
        </p:nvSpPr>
        <p:spPr>
          <a:xfrm>
            <a:off x="100584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Студентам AlmaU, которым неловко идти одним</a:t>
            </a:r>
            <a:endParaRPr lang="en-US" sz="2200" dirty="0"/>
          </a:p>
        </p:txBody>
      </p:sp>
      <p:sp>
        <p:nvSpPr>
          <p:cNvPr id="10" name="Карточка Польза"/>
          <p:cNvSpPr/>
          <p:nvPr/>
        </p:nvSpPr>
        <p:spPr>
          <a:xfrm>
            <a:off x="4389120" y="3840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Текст Польза"/>
          <p:cNvSpPr txBox="1"/>
          <p:nvPr/>
        </p:nvSpPr>
        <p:spPr>
          <a:xfrm>
            <a:off x="457200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Попутчик на мероприятие: из «не с кем» в «идём вместе»</a:t>
            </a:r>
            <a:endParaRPr lang="en-US" sz="2200" dirty="0"/>
          </a:p>
        </p:txBody>
      </p:sp>
      <p:sp>
        <p:nvSpPr>
          <p:cNvPr id="12" name="Карточка За счёт чего"/>
          <p:cNvSpPr/>
          <p:nvPr/>
        </p:nvSpPr>
        <p:spPr>
          <a:xfrm>
            <a:off x="7955280" y="3840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Текст За счёт чего"/>
          <p:cNvSpPr txBox="1"/>
          <p:nvPr/>
        </p:nvSpPr>
        <p:spPr>
          <a:xfrm>
            <a:off x="813816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счёт чего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Анонимно, в Telegram: имя и номер скрыты, пока сами не захотите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Тизер и где его показываем</a:t>
            </a:r>
            <a:endParaRPr lang="en-US" sz="3400" dirty="0"/>
          </a:p>
        </p:txBody>
      </p:sp>
      <p:sp>
        <p:nvSpPr>
          <p:cNvPr id="3" name="Колонтитул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воркшоп</a:t>
            </a:r>
            <a:endParaRPr lang="en-US" sz="1200" dirty="0"/>
          </a:p>
        </p:txBody>
      </p:sp>
      <p:sp>
        <p:nvSpPr>
          <p:cNvPr id="4" name="Номер слайда"/>
          <p:cNvSpPr txBox="1"/>
          <p:nvPr/>
        </p:nvSpPr>
        <p:spPr>
          <a:xfrm>
            <a:off x="10424160" y="6309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200" dirty="0"/>
          </a:p>
        </p:txBody>
      </p:sp>
      <p:pic>
        <p:nvPicPr>
          <p:cNvPr id="6" name="Картинка тизера" descr="Тизер: Тебе не с кем идти? Кому-то тоже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3749040" cy="4663440"/>
          </a:xfrm>
          <a:prstGeom prst="rect">
            <a:avLst/>
          </a:prstGeom>
        </p:spPr>
      </p:pic>
      <p:sp>
        <p:nvSpPr>
          <p:cNvPr id="7" name="Карточка Заголовок"/>
          <p:cNvSpPr/>
          <p:nvPr/>
        </p:nvSpPr>
        <p:spPr>
          <a:xfrm>
            <a:off x="4937760" y="1463040"/>
            <a:ext cx="6400800" cy="804672"/>
          </a:xfrm>
          <a:prstGeom prst="roundRect">
            <a:avLst>
              <a:gd name="adj" fmla="val 17045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8" name="Текст Заголовок"/>
          <p:cNvSpPr txBox="1"/>
          <p:nvPr/>
        </p:nvSpPr>
        <p:spPr>
          <a:xfrm>
            <a:off x="5120640" y="1600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Тебе не с кем идти? Кому-то тоже.</a:t>
            </a:r>
            <a:endParaRPr lang="en-US" sz="1600" dirty="0"/>
          </a:p>
        </p:txBody>
      </p:sp>
      <p:sp>
        <p:nvSpPr>
          <p:cNvPr id="9" name="Карточка Польза"/>
          <p:cNvSpPr/>
          <p:nvPr/>
        </p:nvSpPr>
        <p:spPr>
          <a:xfrm>
            <a:off x="4937760" y="2377440"/>
            <a:ext cx="6400800" cy="804672"/>
          </a:xfrm>
          <a:prstGeom prst="roundRect">
            <a:avLst>
              <a:gd name="adj" fmla="val 17045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Текст Польза"/>
          <p:cNvSpPr txBox="1"/>
          <p:nvPr/>
        </p:nvSpPr>
        <p:spPr>
          <a:xfrm>
            <a:off x="5120640" y="25146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 «Иду»: бот найдёт попутчика, анонимно</a:t>
            </a:r>
            <a:endParaRPr lang="en-US" sz="1600" dirty="0"/>
          </a:p>
        </p:txBody>
      </p:sp>
      <p:sp>
        <p:nvSpPr>
          <p:cNvPr id="11" name="Карточка Визуал"/>
          <p:cNvSpPr/>
          <p:nvPr/>
        </p:nvSpPr>
        <p:spPr>
          <a:xfrm>
            <a:off x="4937760" y="3291840"/>
            <a:ext cx="6400800" cy="804672"/>
          </a:xfrm>
          <a:prstGeom prst="roundRect">
            <a:avLst>
              <a:gd name="adj" fmla="val 17045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2" name="Текст Визуал"/>
          <p:cNvSpPr txBox="1"/>
          <p:nvPr/>
        </p:nvSpPr>
        <p:spPr>
          <a:xfrm>
            <a:off x="5120640" y="34290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Мини-диалог двух анонимов: «Я тоже!»</a:t>
            </a:r>
            <a:endParaRPr lang="en-US" sz="1600" dirty="0"/>
          </a:p>
        </p:txBody>
      </p:sp>
      <p:sp>
        <p:nvSpPr>
          <p:cNvPr id="13" name="Карточка Призыв"/>
          <p:cNvSpPr/>
          <p:nvPr/>
        </p:nvSpPr>
        <p:spPr>
          <a:xfrm>
            <a:off x="4937760" y="4206240"/>
            <a:ext cx="6400800" cy="804672"/>
          </a:xfrm>
          <a:prstGeom prst="roundRect">
            <a:avLst>
              <a:gd name="adj" fmla="val 17045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Текст Призыв"/>
          <p:cNvSpPr txBox="1"/>
          <p:nvPr/>
        </p:nvSpPr>
        <p:spPr>
          <a:xfrm>
            <a:off x="5120640" y="43434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Призыв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попутчика в боте →</a:t>
            </a:r>
            <a:endParaRPr lang="en-US" sz="1600" dirty="0"/>
          </a:p>
        </p:txBody>
      </p:sp>
      <p:sp>
        <p:nvSpPr>
          <p:cNvPr id="15" name="Карточка Площадка: Instagram "/>
          <p:cNvSpPr/>
          <p:nvPr/>
        </p:nvSpPr>
        <p:spPr>
          <a:xfrm>
            <a:off x="4937760" y="5166360"/>
            <a:ext cx="6400800" cy="960120"/>
          </a:xfrm>
          <a:prstGeom prst="roundRect">
            <a:avLst>
              <a:gd name="adj" fmla="val 14286"/>
            </a:avLst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6" name="Текст Площадка: Instagram "/>
          <p:cNvSpPr txBox="1"/>
          <p:nvPr/>
        </p:nvSpPr>
        <p:spPr>
          <a:xfrm>
            <a:off x="5120640" y="53035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505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Площадка: Instagram и рассылки Summit Seekers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для всех ивентов Summit Seekers. Оттуда уже 10–15 человек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42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42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и итог</a:t>
            </a:r>
            <a:endParaRPr lang="en-US" sz="3400" dirty="0"/>
          </a:p>
        </p:txBody>
      </p:sp>
      <p:sp>
        <p:nvSpPr>
          <p:cNvPr id="3" name="Колонтитул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Almau Messenger · воркшоп</a:t>
            </a:r>
            <a:endParaRPr lang="en-US" sz="1200" dirty="0"/>
          </a:p>
        </p:txBody>
      </p:sp>
      <p:sp>
        <p:nvSpPr>
          <p:cNvPr id="4" name="Номер слайда"/>
          <p:cNvSpPr txBox="1"/>
          <p:nvPr/>
        </p:nvSpPr>
        <p:spPr>
          <a:xfrm>
            <a:off x="10424160" y="6309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200" dirty="0"/>
          </a:p>
        </p:txBody>
      </p:sp>
      <p:sp>
        <p:nvSpPr>
          <p:cNvPr id="6" name="Шаг 1"/>
          <p:cNvSpPr/>
          <p:nvPr/>
        </p:nvSpPr>
        <p:spPr>
          <a:xfrm>
            <a:off x="822960" y="1554480"/>
            <a:ext cx="5852160" cy="1051560"/>
          </a:xfrm>
          <a:prstGeom prst="roundRect">
            <a:avLst>
              <a:gd name="adj" fmla="val 130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Номер шага 1"/>
          <p:cNvSpPr txBox="1"/>
          <p:nvPr/>
        </p:nvSpPr>
        <p:spPr>
          <a:xfrm>
            <a:off x="1005840" y="1645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Текст шага 1"/>
          <p:cNvSpPr txBox="1"/>
          <p:nvPr/>
        </p:nvSpPr>
        <p:spPr>
          <a:xfrm>
            <a:off x="1783080" y="16459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Тизер студенту на 5 секунд</a:t>
            </a:r>
            <a:endParaRPr lang="en-US" sz="1800" dirty="0"/>
          </a:p>
        </p:txBody>
      </p:sp>
      <p:sp>
        <p:nvSpPr>
          <p:cNvPr id="9" name="Шаг 2"/>
          <p:cNvSpPr/>
          <p:nvPr/>
        </p:nvSpPr>
        <p:spPr>
          <a:xfrm>
            <a:off x="822960" y="2743200"/>
            <a:ext cx="5852160" cy="1051560"/>
          </a:xfrm>
          <a:prstGeom prst="roundRect">
            <a:avLst>
              <a:gd name="adj" fmla="val 130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Номер шага 2"/>
          <p:cNvSpPr txBox="1"/>
          <p:nvPr/>
        </p:nvSpPr>
        <p:spPr>
          <a:xfrm>
            <a:off x="1005840" y="2834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Текст шага 2"/>
          <p:cNvSpPr txBox="1"/>
          <p:nvPr/>
        </p:nvSpPr>
        <p:spPr>
          <a:xfrm>
            <a:off x="1783080" y="2834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Спросить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Кому? Какая польза? Чем отличается? Что дальше?</a:t>
            </a:r>
            <a:endParaRPr lang="en-US" sz="1800" dirty="0"/>
          </a:p>
        </p:txBody>
      </p:sp>
      <p:sp>
        <p:nvSpPr>
          <p:cNvPr id="12" name="Шаг 3"/>
          <p:cNvSpPr/>
          <p:nvPr/>
        </p:nvSpPr>
        <p:spPr>
          <a:xfrm>
            <a:off x="822960" y="3931920"/>
            <a:ext cx="5852160" cy="1051560"/>
          </a:xfrm>
          <a:prstGeom prst="roundRect">
            <a:avLst>
              <a:gd name="adj" fmla="val 13043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Номер шага 3"/>
          <p:cNvSpPr txBox="1"/>
          <p:nvPr/>
        </p:nvSpPr>
        <p:spPr>
          <a:xfrm>
            <a:off x="1005840" y="40233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Текст шага 3"/>
          <p:cNvSpPr txBox="1"/>
          <p:nvPr/>
        </p:nvSpPr>
        <p:spPr>
          <a:xfrm>
            <a:off x="1783080" y="4023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Изменить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9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Одну часть: заголовок, УТП, визуал или призыв</a:t>
            </a:r>
            <a:endParaRPr lang="en-US" sz="1800" dirty="0"/>
          </a:p>
        </p:txBody>
      </p:sp>
      <p:sp>
        <p:nvSpPr>
          <p:cNvPr id="15" name="Карточка Результат проверки: "/>
          <p:cNvSpPr/>
          <p:nvPr/>
        </p:nvSpPr>
        <p:spPr>
          <a:xfrm>
            <a:off x="822960" y="5166360"/>
            <a:ext cx="5852160" cy="868680"/>
          </a:xfrm>
          <a:prstGeom prst="roundRect">
            <a:avLst>
              <a:gd name="adj" fmla="val 15789"/>
            </a:avLst>
          </a:prstGeom>
          <a:solidFill>
            <a:srgbClr val="16161E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6" name="Текст Результат проверки: "/>
          <p:cNvSpPr txBox="1"/>
          <p:nvPr/>
        </p:nvSpPr>
        <p:spPr>
          <a:xfrm>
            <a:off x="1005840" y="5303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проверки: [вписать после опроса 2–3 студентов]</a:t>
            </a:r>
            <a:endParaRPr lang="en-US" sz="1500" dirty="0"/>
          </a:p>
        </p:txBody>
      </p:sp>
      <p:sp>
        <p:nvSpPr>
          <p:cNvPr id="17" name="Карточка Итог"/>
          <p:cNvSpPr/>
          <p:nvPr/>
        </p:nvSpPr>
        <p:spPr>
          <a:xfrm>
            <a:off x="7040880" y="1554480"/>
            <a:ext cx="4297680" cy="4480560"/>
          </a:xfrm>
          <a:prstGeom prst="roundRect">
            <a:avLst>
              <a:gd name="adj" fmla="val 3191"/>
            </a:avLst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8" name="Текст Итог"/>
          <p:cNvSpPr txBox="1"/>
          <p:nvPr/>
        </p:nvSpPr>
        <p:spPr>
          <a:xfrm>
            <a:off x="7223760" y="169164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505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Адресат: студент AlmaU, которому неловко идти одному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УТП: из «не с кем» в «идём вместе»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Тизер: один призыв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платящий клиент: Summit Seekers</a:t>
            </a:r>
            <a:endParaRPr lang="en-US" sz="30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7" grpId="0" animBg="1"/>
      <p:bldP spid="18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Воркшоп: тизер и УТП Almau Messenger</dc:title>
  <dc:subject>PptxGenJS Presentation</dc:subject>
  <dc:creator>Дияр, Абулхаир, Хамид</dc:creator>
  <cp:lastModifiedBy>Дияр, Абулхаир, Хамид</cp:lastModifiedBy>
  <cp:revision>1</cp:revision>
  <dcterms:created xsi:type="dcterms:W3CDTF">2026-10-27T05:31:48Z</dcterms:created>
  <dcterms:modified xsi:type="dcterms:W3CDTF">2026-10-27T05:31:48Z</dcterms:modified>
</cp:coreProperties>
</file>