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ДИЯР. Здравствуйте! Мы команда Almau Messenger. Наш продукт — Telegram-бот, который помогает студентам AlmaU найти компанию. Сегодня покажем тизер и УТП для одного конкретного человека.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ХАМИД. Проблема простая: одному идти на мероприятие неловко, а знакомиться первым страшно. Наш адресат — студент AlmaU, который хочет в горный поход клуба Summit Seekers, но ему не с кем идти. Не «все студенты», а один человек в одной ситуации.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АБУЛХАИР. Наше УТП: для студентов AlmaU, которым не с кем идти на мероприятия клубов, мы помогаем найти компанию и записаться в пару нажатий, анонимно и без скачивания приложений. Мы отличаемся от обычных анонимных чатов: привязаны к реальным мероприятиям. Знакомство заканчивается встречей на походе, а клубу бот даёт запись, напоминания и безопасность.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ХАМИД. В тизере мы показываем пользу одной фразой: найдём компанию из студентов AlmaU с такими же интересами, анонимно, прямо в Telegram. Призыв один: «Записаться в боте». На картинке логотип клуба и QR-код, который сразу открывает бота.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ДИЯР. Площадку мы выбрали там, где наш сегмент уже есть: Instagram и рассылки клуба Summit Seekers. Именно через рассылки к нам уже пришли первые 10–15 человек. Действие измеримое: ссылка с меткой показывает в отчёте клуба, сколько людей пришло из Instagram.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ХАМИД. Мы проверили тизер на [2–3] студентах: [что они поняли и что осталось непонятным]. По их ответам мы изменили [одну часть: заголовок, УТП, визуал или призыв]. (Заполнить после реальной проверки.)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АБУЛХАИР. Итог: у нас есть конкретный адресат, понятная польза, УТП, которое отличает нас от альтернатив, и первый платящий клиент — клуб Summit Seekers. Спасибо!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5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Almau Messenger · воркшоп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088136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pic>
        <p:nvPicPr>
          <p:cNvPr id="5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731520"/>
            <a:ext cx="2011680" cy="20116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2296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ПРАКТИЧЕСКИЙ ВОРКШОП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82296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Стратегии привлечения пользователей</a:t>
            </a:r>
            <a:endParaRPr lang="en-US" sz="44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Тизер и УТП для Almau Messenger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5120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2F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Дияр · Абулхаир · Хамид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5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кого: один человек в конкретной ситуации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Almau Messenger · воркшоп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88136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822960" y="1645920"/>
            <a:ext cx="5120640" cy="3017520"/>
          </a:xfrm>
          <a:prstGeom prst="roundRect">
            <a:avLst>
              <a:gd name="adj" fmla="val 4545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178308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Сегмент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AlmaU, который хочет на мероприятие клуба (например, в горный поход), но ему не с кем идти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217920" y="1645920"/>
            <a:ext cx="5120640" cy="1417320"/>
          </a:xfrm>
          <a:prstGeom prst="roundRect">
            <a:avLst>
              <a:gd name="adj" fmla="val 9677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178308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Одному идти неловко, а знакомиться первым страшно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217920" y="3246120"/>
            <a:ext cx="5120640" cy="1417320"/>
          </a:xfrm>
          <a:prstGeom prst="roundRect">
            <a:avLst>
              <a:gd name="adj" fmla="val 9677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338328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Ситуация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Хочет записаться на поход клуба Summit Seekers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5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УТП: почему именно мы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Almau Messenger · воркшоп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88136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822960" y="1645920"/>
            <a:ext cx="10515600" cy="1737360"/>
          </a:xfrm>
          <a:prstGeom prst="roundRect">
            <a:avLst>
              <a:gd name="adj" fmla="val 7895"/>
            </a:avLst>
          </a:prstGeom>
          <a:solidFill>
            <a:srgbClr val="D4FF3A"/>
          </a:solidFill>
          <a:ln w="12700">
            <a:solidFill>
              <a:srgbClr val="D4FF3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1783080"/>
            <a:ext cx="10149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0505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Формула УТП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0505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студентов AlmaU, которым не с кем идти на мероприятия клубов, мы помогаем найти компанию и записаться в пару нажатий благодаря анонимному боту прямо в Telegram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3611880"/>
            <a:ext cx="3383280" cy="2377440"/>
          </a:xfrm>
          <a:prstGeom prst="roundRect">
            <a:avLst>
              <a:gd name="adj" fmla="val 5769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5840" y="37490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кого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Студенты AlmaU, которым не с кем идти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389120" y="3611880"/>
            <a:ext cx="3383280" cy="2377440"/>
          </a:xfrm>
          <a:prstGeom prst="roundRect">
            <a:avLst>
              <a:gd name="adj" fmla="val 5769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0" y="37490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Какая польза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Компания по интересам и запись на мероприятие в пару нажатий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955280" y="3611880"/>
            <a:ext cx="3383280" cy="2377440"/>
          </a:xfrm>
          <a:prstGeom prst="roundRect">
            <a:avLst>
              <a:gd name="adj" fmla="val 5769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38160" y="37490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счёт чего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Анонимно, в Telegram, привязано к реальным мероприятиям клубов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5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Тизер: первый контакт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Almau Messenger · воркшоп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88136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pic>
        <p:nvPicPr>
          <p:cNvPr id="6" name="Image 0" descr="assets/teas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463040"/>
            <a:ext cx="4023360" cy="5029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212080" y="1463040"/>
            <a:ext cx="6126480" cy="1097280"/>
          </a:xfrm>
          <a:prstGeom prst="roundRect">
            <a:avLst>
              <a:gd name="adj" fmla="val 12500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394960" y="16002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Заголовок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горы хочешь, а идти не с кем?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212080" y="2697480"/>
            <a:ext cx="6126480" cy="1097280"/>
          </a:xfrm>
          <a:prstGeom prst="roundRect">
            <a:avLst>
              <a:gd name="adj" fmla="val 12500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394960" y="28346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Объяснение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Найдём компанию из студентов AlmaU с такими же интересами. Анонимно, прямо в Telegram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5212080" y="3931920"/>
            <a:ext cx="6126480" cy="1097280"/>
          </a:xfrm>
          <a:prstGeom prst="roundRect">
            <a:avLst>
              <a:gd name="adj" fmla="val 12500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394960" y="40690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Визуал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Логотип клуба и QR-код на бота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212080" y="5166360"/>
            <a:ext cx="6126480" cy="1097280"/>
          </a:xfrm>
          <a:prstGeom prst="roundRect">
            <a:avLst>
              <a:gd name="adj" fmla="val 12500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394960" y="530352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Призыв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Записаться в боте →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5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 и измеримое действие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Almau Messenger · воркшоп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88136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822960" y="1645920"/>
            <a:ext cx="3383280" cy="3108960"/>
          </a:xfrm>
          <a:prstGeom prst="roundRect">
            <a:avLst>
              <a:gd name="adj" fmla="val 4412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17830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клуба summit.seekers.almau и рассылки клуба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89120" y="1645920"/>
            <a:ext cx="3383280" cy="3108960"/>
          </a:xfrm>
          <a:prstGeom prst="roundRect">
            <a:avLst>
              <a:gd name="adj" fmla="val 4412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0" y="17830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Действие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Нажать на ссылку, написать боту /start и записаться на поход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7955280" y="1645920"/>
            <a:ext cx="3383280" cy="3108960"/>
          </a:xfrm>
          <a:prstGeom prst="roundRect">
            <a:avLst>
              <a:gd name="adj" fmla="val 4412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38160" y="17830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считаем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Ссылка с меткой ig: отчёт клуба показывает, сколько людей пришло из Instagram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822960" y="4937760"/>
            <a:ext cx="10515600" cy="1005840"/>
          </a:xfrm>
          <a:prstGeom prst="roundRect">
            <a:avLst>
              <a:gd name="adj" fmla="val 13636"/>
            </a:avLst>
          </a:prstGeom>
          <a:solidFill>
            <a:srgbClr val="D4FF3A"/>
          </a:solidFill>
          <a:ln w="12700">
            <a:solidFill>
              <a:srgbClr val="D4FF3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50749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0505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Уже сейчас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0505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10–15 человек пользуются ботом, все приглашены через рассылки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5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и итерация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Almau Messenger · воркшоп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88136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822960" y="1554480"/>
            <a:ext cx="10515600" cy="868680"/>
          </a:xfrm>
          <a:prstGeom prst="roundRect">
            <a:avLst>
              <a:gd name="adj" fmla="val 15789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160020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160020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Показать  </a:t>
            </a:r>
            <a:pPr indent="0" marL="0">
              <a:buNone/>
            </a:pPr>
            <a:r>
              <a:rPr lang="en-US" sz="16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Тизер человеку из сегмента на 5 секунд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2560320"/>
            <a:ext cx="10515600" cy="868680"/>
          </a:xfrm>
          <a:prstGeom prst="roundRect">
            <a:avLst>
              <a:gd name="adj" fmla="val 15789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26060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1737360" y="2606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Спросить  </a:t>
            </a:r>
            <a:pPr indent="0" marL="0">
              <a:buNone/>
            </a:pPr>
            <a:r>
              <a:rPr lang="en-US" sz="16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 адресовано? Какая польза? Чем отличается? Что сделаете дальше?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822960" y="3566160"/>
            <a:ext cx="10515600" cy="868680"/>
          </a:xfrm>
          <a:prstGeom prst="roundRect">
            <a:avLst>
              <a:gd name="adj" fmla="val 15789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61188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1737360" y="36118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Зафиксировать  </a:t>
            </a:r>
            <a:pPr indent="0" marL="0">
              <a:buNone/>
            </a:pPr>
            <a:r>
              <a:rPr lang="en-US" sz="16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привлекло и что осталось непонятным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22960" y="4572000"/>
            <a:ext cx="10515600" cy="868680"/>
          </a:xfrm>
          <a:prstGeom prst="roundRect">
            <a:avLst>
              <a:gd name="adj" fmla="val 15789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05840" y="461772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1737360" y="46177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Изменить  </a:t>
            </a:r>
            <a:pPr indent="0" marL="0">
              <a:buNone/>
            </a:pPr>
            <a:r>
              <a:rPr lang="en-US" sz="16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Одну часть: заголовок, УТП, визуал или призыв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822960" y="5577840"/>
            <a:ext cx="10515600" cy="640080"/>
          </a:xfrm>
          <a:prstGeom prst="roundRect">
            <a:avLst>
              <a:gd name="adj" fmla="val 21429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05840" y="571500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проверки: [вписать после опроса 2–3 студентов]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50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Almau Messenger · воркшоп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881360" y="63093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822960" y="1645920"/>
            <a:ext cx="10515600" cy="960120"/>
          </a:xfrm>
          <a:prstGeom prst="roundRect">
            <a:avLst>
              <a:gd name="adj" fmla="val 14286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173736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1719072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Адресат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AlmaU, которому не с кем идти на мероприятие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22960" y="2743200"/>
            <a:ext cx="10515600" cy="960120"/>
          </a:xfrm>
          <a:prstGeom prst="roundRect">
            <a:avLst>
              <a:gd name="adj" fmla="val 14286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28346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1828800" y="2816352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УТП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Находим компанию и записываем в пару нажатий, анонимно в Telegram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22960" y="3840480"/>
            <a:ext cx="10515600" cy="960120"/>
          </a:xfrm>
          <a:prstGeom prst="roundRect">
            <a:avLst>
              <a:gd name="adj" fmla="val 14286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93192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1828800" y="3913632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Тизер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Заголовок, польза, визуал и один призыв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22960" y="4937760"/>
            <a:ext cx="10515600" cy="960120"/>
          </a:xfrm>
          <a:prstGeom prst="roundRect">
            <a:avLst>
              <a:gd name="adj" fmla="val 14286"/>
            </a:avLst>
          </a:prstGeom>
          <a:solidFill>
            <a:srgbClr val="16161E"/>
          </a:solidFill>
          <a:ln w="12700">
            <a:solidFill>
              <a:srgbClr val="2A2A3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05840" y="502920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4F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1828800" y="5010912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C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и рассылки Summit Seekers, там уже 10–15 человек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Воркшоп: тизер и УТП Almau Messenger</dc:title>
  <dc:subject>PptxGenJS Presentation</dc:subject>
  <dc:creator>Дияр, Абулхаир, Хамид</dc:creator>
  <cp:lastModifiedBy>Дияр, Абулхаир, Хамид</cp:lastModifiedBy>
  <cp:revision>1</cp:revision>
  <dcterms:created xsi:type="dcterms:W3CDTF">2026-10-27T05:16:43Z</dcterms:created>
  <dcterms:modified xsi:type="dcterms:W3CDTF">2026-10-27T05:16:43Z</dcterms:modified>
</cp:coreProperties>
</file>