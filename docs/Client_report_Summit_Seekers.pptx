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ДИЯР. Отчёт по клиентам. Наш первый клиент и партнёр — студенческий горный клуб Summit Seekers. Расскажем, кто они, что делаем вместе и сколько людей уже пользуется.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АБУЛХАИР. Summit Seekers — студенческий горный клуб AlmaU: лекции о туризме и походы в горы. Клуб ведёт Instagram и через него приглашает участников. Это наш первый клиент, который заплатил: 20 000 тенге за подключение и инструменты организатора. В боте и на сайте у клуба метка «партнёр».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ХАМИД. Организаторы собирали записи вручную в чатах и таблицах. Не было листа ожидания, участники забывали про поход, об изменениях приходилось сообщать каждому отдельно, и организатор не видел, все ли вернулись с гор и откуда приходят люди.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ДИЯР. Для каждой причины низкой активности есть инструмент в боте. Запись с листом ожидания, напоминания за сутки и за три часа, рассылки организатора, панель /club, кнопки «Я спустился» и SOS, ссылки с метками из Instagram, сайта и Telegram-канала, плюс школа туризма.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АБУЛХАИР. На данный момент ботом пользуются 10–15 человек. Все они были приглашены через рассылки. Это ранний этап: мы проверяем, что инструменты работают на реальной группе, и собираем обратную связь. Точные числа записей и тех, кто пришёл, берём из панели организатора и отчёта 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ДИЯР. Клиент подтверждён оплатой. Дальше: расширить рассылки на всю аудиторию клуба и ссылки с метками из Instagram, измерять долю пришедших и вернувшихся, учесть обратную связь организатора и предложить такой же набор другим клубам AlmaU.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отчёт по клиенту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5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7315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ПО ПОЛЬЗОВАТЕЛЯМ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первый клиент: Summit Seekers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Горный клуб AlmaU и Almau Messenger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Дияр · Абулхаир · Хамид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наш клиент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отчёт по клиенту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6" name="Image 0" descr="assets/summ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45920"/>
            <a:ext cx="3291840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80560" y="1645920"/>
            <a:ext cx="3291840" cy="1554480"/>
          </a:xfrm>
          <a:prstGeom prst="roundRect">
            <a:avLst>
              <a:gd name="adj" fmla="val 8824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63440" y="1783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клуб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о туризме и походы в горы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046720" y="1645920"/>
            <a:ext cx="3291840" cy="1554480"/>
          </a:xfrm>
          <a:prstGeom prst="roundRect">
            <a:avLst>
              <a:gd name="adj" fmla="val 8824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0" y="1783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живёт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summit.seekers.almau и Telegram. Теперь ещё и бот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480560" y="3429000"/>
            <a:ext cx="6858000" cy="1508760"/>
          </a:xfrm>
          <a:prstGeom prst="roundRect">
            <a:avLst>
              <a:gd name="adj" fmla="val 9091"/>
            </a:avLst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663440" y="356616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505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20 000 ₸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оплата за подключение к Almau Messenger: клиент подтверждён деньгами, не только интересом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какой проблемой клуб пришёл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отчёт по клиенту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830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вручную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 и таблицы: легко потерять человека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34840" y="164592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17830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листа ожидания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освободилось — замену ищут сами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046720" y="164592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7830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Забывают про поход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записавшиеся приходят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" y="374904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886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 по одному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и погоду сообщают каждому отдельно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434840" y="374904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7720" y="3886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контроля безопасности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все ли вернулись с гор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046720" y="374904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3886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Неясно, откуда люди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знают, какой канал работает лучше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вместе для активности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отчёт по клиенту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830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и лист ожидания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сам зовёт следующего, когда освободилось место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34840" y="164592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17830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Напоминания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сутки и за 3 часа, с местом сбора и погодой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046720" y="164592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7830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Рассылки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 сообщает всем записавшимся сразу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" y="374904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886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/club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участников, выгрузка CSV, отмена похода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434840" y="374904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7720" y="3886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спустился» и SOS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 знает, что все вернулись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046720" y="3749040"/>
            <a:ext cx="3429000" cy="1920240"/>
          </a:xfrm>
          <a:prstGeom prst="roundRect">
            <a:avLst>
              <a:gd name="adj" fmla="val 71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3886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Метки и отчёт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ig / site / tg и недельный отчёт: что приводит людей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людей уже пользуется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отчёт по клиенту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8308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0" b="1" dirty="0">
                <a:solidFill>
                  <a:srgbClr val="0505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</a:t>
            </a:r>
            <a:endParaRPr lang="en-US" sz="8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уже пользуются ботом</a:t>
            </a:r>
            <a:endParaRPr lang="en-US" sz="8000" dirty="0"/>
          </a:p>
        </p:txBody>
      </p:sp>
      <p:sp>
        <p:nvSpPr>
          <p:cNvPr id="8" name="Shape 5"/>
          <p:cNvSpPr/>
          <p:nvPr/>
        </p:nvSpPr>
        <p:spPr>
          <a:xfrm>
            <a:off x="5943600" y="1645920"/>
            <a:ext cx="5394960" cy="1554480"/>
          </a:xfrm>
          <a:prstGeom prst="roundRect">
            <a:avLst>
              <a:gd name="adj" fmla="val 8824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1783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пришли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приглашены через рассылки клуба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943600" y="3383280"/>
            <a:ext cx="5394960" cy="1554480"/>
          </a:xfrm>
          <a:prstGeom prst="roundRect">
            <a:avLst>
              <a:gd name="adj" fmla="val 8824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520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 с ними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обратную связь после каждого похода и считаем долю тех, кто пришёл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и следующие шаги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отчёт по клиенту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10515600" cy="960120"/>
          </a:xfrm>
          <a:prstGeom prst="roundRect">
            <a:avLst>
              <a:gd name="adj" fmla="val 14286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373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171907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подтверждён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первый платящий клиент: Summit Seekers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10515600" cy="960120"/>
          </a:xfrm>
          <a:prstGeom prst="roundRect">
            <a:avLst>
              <a:gd name="adj" fmla="val 14286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8346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81635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Расширяем аудиторию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10–15 человек к всей аудитории клуба: рассылки и ссылки из Instagram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" y="3840480"/>
            <a:ext cx="10515600" cy="960120"/>
          </a:xfrm>
          <a:prstGeom prst="roundRect">
            <a:avLst>
              <a:gd name="adj" fmla="val 14286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9319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91363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Измеряем результат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записавшихся, которые пришли, и доля отметившихся «Я спустился»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22960" y="4937760"/>
            <a:ext cx="10515600" cy="960120"/>
          </a:xfrm>
          <a:prstGeom prst="roundRect">
            <a:avLst>
              <a:gd name="adj" fmla="val 14286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5029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1828800" y="501091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Предложить такой же набор другим клубам AlmaU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клиенту: Summit Seekers</dc:title>
  <dc:subject>PptxGenJS Presentation</dc:subject>
  <dc:creator>Дияр, Абулхаир, Хамид</dc:creator>
  <cp:lastModifiedBy>Дияр, Абулхаир, Хамид</cp:lastModifiedBy>
  <cp:revision>1</cp:revision>
  <dcterms:created xsi:type="dcterms:W3CDTF">2026-10-27T03:22:17Z</dcterms:created>
  <dcterms:modified xsi:type="dcterms:W3CDTF">2026-10-27T03:22:17Z</dcterms:modified>
</cp:coreProperties>
</file>